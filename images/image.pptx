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7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Gupta" userId="374614cf7c547c6f" providerId="LiveId" clId="{85724EA1-E2B4-4EE7-BA57-65FC0763389C}"/>
    <pc:docChg chg="addSld modSld">
      <pc:chgData name="Mayank Gupta" userId="374614cf7c547c6f" providerId="LiveId" clId="{85724EA1-E2B4-4EE7-BA57-65FC0763389C}" dt="2025-12-06T13:33:09.434" v="67" actId="164"/>
      <pc:docMkLst>
        <pc:docMk/>
      </pc:docMkLst>
      <pc:sldChg chg="addSp modSp new mod">
        <pc:chgData name="Mayank Gupta" userId="374614cf7c547c6f" providerId="LiveId" clId="{85724EA1-E2B4-4EE7-BA57-65FC0763389C}" dt="2025-12-06T13:33:09.434" v="67" actId="164"/>
        <pc:sldMkLst>
          <pc:docMk/>
          <pc:sldMk cId="2353600467" sldId="256"/>
        </pc:sldMkLst>
        <pc:spChg chg="add mod">
          <ac:chgData name="Mayank Gupta" userId="374614cf7c547c6f" providerId="LiveId" clId="{85724EA1-E2B4-4EE7-BA57-65FC0763389C}" dt="2025-12-06T13:33:09.434" v="67" actId="164"/>
          <ac:spMkLst>
            <pc:docMk/>
            <pc:sldMk cId="2353600467" sldId="256"/>
            <ac:spMk id="8" creationId="{94F85156-8775-01DB-26D0-2FCCAFA4CE38}"/>
          </ac:spMkLst>
        </pc:spChg>
        <pc:spChg chg="add mod">
          <ac:chgData name="Mayank Gupta" userId="374614cf7c547c6f" providerId="LiveId" clId="{85724EA1-E2B4-4EE7-BA57-65FC0763389C}" dt="2025-12-06T13:33:09.434" v="67" actId="164"/>
          <ac:spMkLst>
            <pc:docMk/>
            <pc:sldMk cId="2353600467" sldId="256"/>
            <ac:spMk id="9" creationId="{A56E077F-156A-4CC9-24A7-11F8D2072085}"/>
          </ac:spMkLst>
        </pc:spChg>
        <pc:spChg chg="add mod">
          <ac:chgData name="Mayank Gupta" userId="374614cf7c547c6f" providerId="LiveId" clId="{85724EA1-E2B4-4EE7-BA57-65FC0763389C}" dt="2025-12-06T13:33:09.434" v="67" actId="164"/>
          <ac:spMkLst>
            <pc:docMk/>
            <pc:sldMk cId="2353600467" sldId="256"/>
            <ac:spMk id="10" creationId="{664F6197-DA5A-EE84-4F64-924CF2D13FD6}"/>
          </ac:spMkLst>
        </pc:spChg>
        <pc:grpChg chg="add mod">
          <ac:chgData name="Mayank Gupta" userId="374614cf7c547c6f" providerId="LiveId" clId="{85724EA1-E2B4-4EE7-BA57-65FC0763389C}" dt="2025-12-06T13:33:09.434" v="67" actId="164"/>
          <ac:grpSpMkLst>
            <pc:docMk/>
            <pc:sldMk cId="2353600467" sldId="256"/>
            <ac:grpSpMk id="11" creationId="{22860A2A-2818-B4C6-B399-1786A595438C}"/>
          </ac:grpSpMkLst>
        </pc:grpChg>
        <pc:picChg chg="add mod modCrop">
          <ac:chgData name="Mayank Gupta" userId="374614cf7c547c6f" providerId="LiveId" clId="{85724EA1-E2B4-4EE7-BA57-65FC0763389C}" dt="2025-12-06T13:33:09.434" v="67" actId="164"/>
          <ac:picMkLst>
            <pc:docMk/>
            <pc:sldMk cId="2353600467" sldId="256"/>
            <ac:picMk id="2" creationId="{51B17B0F-E59A-0102-CB76-2BB6DD54DD34}"/>
          </ac:picMkLst>
        </pc:picChg>
        <pc:picChg chg="add mod modCrop">
          <ac:chgData name="Mayank Gupta" userId="374614cf7c547c6f" providerId="LiveId" clId="{85724EA1-E2B4-4EE7-BA57-65FC0763389C}" dt="2025-12-06T13:33:09.434" v="67" actId="164"/>
          <ac:picMkLst>
            <pc:docMk/>
            <pc:sldMk cId="2353600467" sldId="256"/>
            <ac:picMk id="4" creationId="{F9D34BA4-0066-3D68-34F5-96789452CD79}"/>
          </ac:picMkLst>
        </pc:picChg>
        <pc:picChg chg="add mod">
          <ac:chgData name="Mayank Gupta" userId="374614cf7c547c6f" providerId="LiveId" clId="{85724EA1-E2B4-4EE7-BA57-65FC0763389C}" dt="2025-12-06T13:33:09.434" v="67" actId="164"/>
          <ac:picMkLst>
            <pc:docMk/>
            <pc:sldMk cId="2353600467" sldId="256"/>
            <ac:picMk id="6" creationId="{F0563A2E-620C-DF46-EBBA-CDB2CC80C454}"/>
          </ac:picMkLst>
        </pc:picChg>
        <pc:picChg chg="add mod">
          <ac:chgData name="Mayank Gupta" userId="374614cf7c547c6f" providerId="LiveId" clId="{85724EA1-E2B4-4EE7-BA57-65FC0763389C}" dt="2025-12-06T13:33:09.434" v="67" actId="164"/>
          <ac:picMkLst>
            <pc:docMk/>
            <pc:sldMk cId="2353600467" sldId="256"/>
            <ac:picMk id="7" creationId="{52D9F4B7-1B1A-CB7C-9556-741F008256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9689-8019-B94E-7A8F-0E1CE260D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1982F-BFF0-3E9C-DEC5-8F211D379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3E176-A0B2-6278-04F2-B53894F2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6796A-EB30-FEB2-5651-B754FA56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670E4-3E3C-AAA8-059A-68907481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45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7E87B-0EA9-8911-7696-AFD91729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0452-FD7A-CF81-3730-D2A071229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2879-DF17-94A9-EE17-B1DE8EFC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62DB-8054-8E6B-68F7-62EBA588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AE343-1D72-B58F-D2B6-570A3238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71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0317-28D5-E01A-0F66-3C1F63E9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DB548-9992-8E9C-EB28-460FACE6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93A9E-C7C4-98B1-5355-7408F1F3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C5FBA-944C-0CAF-75C5-90CF2575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D849-64A2-5B8D-D870-974502DD7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01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87EB-FB07-E406-03D2-4F5D46F5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A771-F6FC-C11B-C0C5-479D077C4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62D8F-605F-476E-7E74-FC40BD978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64C15-5DB5-350C-79EB-4CF69DD6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BBD8D-B0ED-8B3A-DD2A-76E24B3B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9C98E-DC3F-F4E7-AD2E-BD4D7AAC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67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DFE9-6092-0D50-244D-A5387EDE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A97D2-7297-B66A-FF5F-E406D2B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BEA6E-A39F-D205-CBEA-8FDF2BE4A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AD4AF-2CDE-E64B-2397-2A4CB5B10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8FA20-D1F5-A7AC-5E4D-A022D5CB4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8B90C-C11E-02F0-D25B-2E2136EFB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01582-35BB-97F7-7B79-B15BBED0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43B99B-9668-1430-8165-DDFFFCFB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14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6BB2-62B8-E39B-87D0-0A85F6489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1C0135-F04E-D301-A913-BC679CC4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7C6B2-0935-B557-D683-4ACBFFF5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3A61B-6F58-B002-6B9E-754A859E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87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03CF3-393E-60F0-1FFE-A5F0C983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6C419-25B4-EAFA-2BE4-7FBA9E5B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E0D27-1564-25E7-C726-8BC261DC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58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F568-3F94-77BB-288F-6F145073F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A4915-77EB-DCE5-5787-6BFEECD5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82AF4-353B-A311-00DE-2F704C27F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D0DFB-988E-9043-2AF7-D16919B4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AF07A-ECEE-001B-BFF7-AAE58166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7C782-CFD7-27F4-5864-ADD5A4C3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91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B113-BFD3-B4F5-BF48-C74A7E9C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70D43-CABF-D52A-555D-A125A5AFC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442B1-7A50-64C6-551C-1A025CBDA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1F9C6-FBC8-648F-0F25-C49F1F1F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2192E-AD81-2C08-77DA-CA891DE3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BC132-3235-797F-5EE0-70B6B4AB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12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6A17A-8A96-70BC-CDBD-D85BC358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AB264-CD6B-A21B-F23C-78CAB4FF0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E04AF-903C-DC85-D11F-3F4D3E88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DF38D-5602-4078-CA58-4099297AD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85360-0C4D-18B5-92DA-74BA8753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75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DC173-E23F-34C0-06B9-B0811EB9E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27058-C498-1366-AEEB-FA29E462F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44AC9-4C7B-F202-E067-E05C1DC7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6EDC-08EA-BF85-1B37-F153E97F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6D34-07AB-5EFB-6F37-1B224E35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50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D577F-2999-A7D6-0A99-E08B6FC2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68448-7CCF-23BA-3D61-D7B9AE856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067BF-F331-499B-CC9A-4E2D64BA9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53DF6-2F2F-454E-A6CF-97AED81CF684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6576D-8616-42E8-1DAD-F9ADD7144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79E7B-785E-CC16-C9C7-290F4348E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078BA-FE7B-4ADF-ACB1-4B757F97D1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35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2860A2A-2818-B4C6-B399-1786A595438C}"/>
              </a:ext>
            </a:extLst>
          </p:cNvPr>
          <p:cNvGrpSpPr/>
          <p:nvPr/>
        </p:nvGrpSpPr>
        <p:grpSpPr>
          <a:xfrm>
            <a:off x="1179504" y="686025"/>
            <a:ext cx="7913696" cy="5229305"/>
            <a:chOff x="1179504" y="686025"/>
            <a:chExt cx="7913696" cy="522930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1B17B0F-E59A-0102-CB76-2BB6DD54D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62" t="14492" r="10289" b="644"/>
            <a:stretch/>
          </p:blipFill>
          <p:spPr>
            <a:xfrm>
              <a:off x="6527800" y="3429000"/>
              <a:ext cx="2565400" cy="2486330"/>
            </a:xfrm>
            <a:prstGeom prst="rect">
              <a:avLst/>
            </a:prstGeom>
          </p:spPr>
        </p:pic>
        <p:pic>
          <p:nvPicPr>
            <p:cNvPr id="4" name="Picture 3" descr="A close-up of a colorful design&#10;&#10;AI-generated content may be incorrect.">
              <a:extLst>
                <a:ext uri="{FF2B5EF4-FFF2-40B4-BE49-F238E27FC236}">
                  <a16:creationId xmlns:a16="http://schemas.microsoft.com/office/drawing/2014/main" id="{F9D34BA4-0066-3D68-34F5-96789452C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20" t="-545"/>
            <a:stretch/>
          </p:blipFill>
          <p:spPr>
            <a:xfrm>
              <a:off x="4155479" y="3583654"/>
              <a:ext cx="2006716" cy="1996498"/>
            </a:xfrm>
            <a:prstGeom prst="rect">
              <a:avLst/>
            </a:prstGeom>
          </p:spPr>
        </p:pic>
        <p:pic>
          <p:nvPicPr>
            <p:cNvPr id="6" name="Picture 5" descr="A blue circle with arrows pointing to it&#10;&#10;AI-generated content may be incorrect.">
              <a:extLst>
                <a:ext uri="{FF2B5EF4-FFF2-40B4-BE49-F238E27FC236}">
                  <a16:creationId xmlns:a16="http://schemas.microsoft.com/office/drawing/2014/main" id="{F0563A2E-620C-DF46-EBBA-CDB2CC80C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4866" y="686025"/>
              <a:ext cx="6959600" cy="236216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D9F4B7-1B1A-CB7C-9556-741F0082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9504" y="3443655"/>
              <a:ext cx="2799828" cy="2276496"/>
            </a:xfrm>
            <a:prstGeom prst="rect">
              <a:avLst/>
            </a:prstGeom>
          </p:spPr>
        </p:pic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94F85156-8775-01DB-26D0-2FCCAFA4CE38}"/>
                </a:ext>
              </a:extLst>
            </p:cNvPr>
            <p:cNvSpPr/>
            <p:nvPr/>
          </p:nvSpPr>
          <p:spPr>
            <a:xfrm rot="10800000">
              <a:off x="2548467" y="3182104"/>
              <a:ext cx="364066" cy="3132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A56E077F-156A-4CC9-24A7-11F8D2072085}"/>
                </a:ext>
              </a:extLst>
            </p:cNvPr>
            <p:cNvSpPr/>
            <p:nvPr/>
          </p:nvSpPr>
          <p:spPr>
            <a:xfrm rot="10800000">
              <a:off x="7536930" y="3193155"/>
              <a:ext cx="364066" cy="3132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664F6197-DA5A-EE84-4F64-924CF2D13FD6}"/>
                </a:ext>
              </a:extLst>
            </p:cNvPr>
            <p:cNvSpPr/>
            <p:nvPr/>
          </p:nvSpPr>
          <p:spPr>
            <a:xfrm rot="10800000">
              <a:off x="4984229" y="3184358"/>
              <a:ext cx="364066" cy="313267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5360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Karlsruher Institut für Technologie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Gupta</dc:creator>
  <cp:lastModifiedBy>Mayank Gupta</cp:lastModifiedBy>
  <cp:revision>1</cp:revision>
  <dcterms:created xsi:type="dcterms:W3CDTF">2025-12-06T13:28:56Z</dcterms:created>
  <dcterms:modified xsi:type="dcterms:W3CDTF">2025-12-06T13:36:46Z</dcterms:modified>
</cp:coreProperties>
</file>